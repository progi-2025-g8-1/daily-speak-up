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  <p:sldMasterId id="214748367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Libre Franklin"/>
      <p:regular r:id="rId21"/>
      <p:bold r:id="rId22"/>
      <p:italic r:id="rId23"/>
      <p:boldItalic r:id="rId24"/>
    </p:embeddedFont>
    <p:embeddedFont>
      <p:font typeface="Franklin Gothic"/>
      <p:bold r:id="rId25"/>
    </p:embeddedFont>
    <p:embeddedFont>
      <p:font typeface="Tahoma"/>
      <p:regular r:id="rId26"/>
      <p:bold r:id="rId27"/>
    </p:embeddedFont>
    <p:embeddedFont>
      <p:font typeface="Libre Franklin Medium"/>
      <p:regular r:id="rId28"/>
      <p:bold r:id="rId29"/>
      <p:italic r:id="rId30"/>
      <p:boldItalic r:id="rId31"/>
    </p:embeddedFont>
    <p:embeddedFont>
      <p:font typeface="Century Gothic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LibreFranklin-bold.fntdata"/><Relationship Id="rId21" Type="http://schemas.openxmlformats.org/officeDocument/2006/relationships/font" Target="fonts/LibreFranklin-regular.fntdata"/><Relationship Id="rId24" Type="http://schemas.openxmlformats.org/officeDocument/2006/relationships/font" Target="fonts/LibreFranklin-boldItalic.fntdata"/><Relationship Id="rId23" Type="http://schemas.openxmlformats.org/officeDocument/2006/relationships/font" Target="fonts/LibreFranklin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Tahoma-regular.fntdata"/><Relationship Id="rId25" Type="http://schemas.openxmlformats.org/officeDocument/2006/relationships/font" Target="fonts/FranklinGothic-bold.fntdata"/><Relationship Id="rId28" Type="http://schemas.openxmlformats.org/officeDocument/2006/relationships/font" Target="fonts/LibreFranklinMedium-regular.fntdata"/><Relationship Id="rId27" Type="http://schemas.openxmlformats.org/officeDocument/2006/relationships/font" Target="fonts/Tahoma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ibreFranklin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ibreFranklinMedium-boldItalic.fntdata"/><Relationship Id="rId30" Type="http://schemas.openxmlformats.org/officeDocument/2006/relationships/font" Target="fonts/LibreFranklinMedium-italic.fntdata"/><Relationship Id="rId11" Type="http://schemas.openxmlformats.org/officeDocument/2006/relationships/slide" Target="slides/slide5.xml"/><Relationship Id="rId33" Type="http://schemas.openxmlformats.org/officeDocument/2006/relationships/font" Target="fonts/CenturyGothic-bold.fntdata"/><Relationship Id="rId10" Type="http://schemas.openxmlformats.org/officeDocument/2006/relationships/slide" Target="slides/slide4.xml"/><Relationship Id="rId32" Type="http://schemas.openxmlformats.org/officeDocument/2006/relationships/font" Target="fonts/CenturyGothic-regular.fntdata"/><Relationship Id="rId13" Type="http://schemas.openxmlformats.org/officeDocument/2006/relationships/slide" Target="slides/slide7.xml"/><Relationship Id="rId35" Type="http://schemas.openxmlformats.org/officeDocument/2006/relationships/font" Target="fonts/CenturyGothic-boldItalic.fntdata"/><Relationship Id="rId12" Type="http://schemas.openxmlformats.org/officeDocument/2006/relationships/slide" Target="slides/slide6.xml"/><Relationship Id="rId34" Type="http://schemas.openxmlformats.org/officeDocument/2006/relationships/font" Target="fonts/CenturyGothic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6cc42b781_2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b6cc42b781_2_1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b6cc42b781_2_1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6cc42b781_2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b6cc42b781_2_1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b6cc42b781_2_1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6cc42b781_2_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b6cc42b781_2_1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 list no need to elaborate in this stage!</a:t>
            </a:r>
            <a:endParaRPr/>
          </a:p>
        </p:txBody>
      </p:sp>
      <p:sp>
        <p:nvSpPr>
          <p:cNvPr id="195" name="Google Shape;195;g3b6cc42b781_2_1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6cc42b781_2_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b6cc42b781_2_1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Navedite samo svoju viziju projektne ideje...</a:t>
            </a:r>
            <a:endParaRPr/>
          </a:p>
        </p:txBody>
      </p:sp>
      <p:sp>
        <p:nvSpPr>
          <p:cNvPr id="203" name="Google Shape;203;g3b6cc42b781_2_1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6cc42b7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b6cc42b7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6cc42b781_2_1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b6cc42b781_2_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6cc42b781_2_1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b6cc42b781_2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6cc42b781_2_1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b6cc42b781_2_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6cc42b781_2_1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-organizacija ispitivanja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-fokus ispitivanja, potpunost</a:t>
            </a:r>
            <a:endParaRPr/>
          </a:p>
        </p:txBody>
      </p:sp>
      <p:sp>
        <p:nvSpPr>
          <p:cNvPr id="242" name="Google Shape;242;g3b6cc42b781_2_1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b6cc42b781_2_1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b6cc42b781_2_1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6cc42b781_2_1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 usmenom izlaganju samo diskutirajte o glavnim problemima rasporeda i svom iskustvu za njihovo rješavanje (npr. preuzimanje zadataka drugih članova ...)</a:t>
            </a:r>
            <a:endParaRPr/>
          </a:p>
        </p:txBody>
      </p:sp>
      <p:sp>
        <p:nvSpPr>
          <p:cNvPr id="256" name="Google Shape;256;g3b6cc42b781_2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b98798cc4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b98798cc4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6cc42b781_2_1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6700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208"/>
              <a:buFont typeface="Noto Sans Symbols"/>
              <a:buChar char="◼"/>
            </a:pPr>
            <a:r>
              <a:rPr lang="en" sz="2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Pokazati ključne funkcionalnosti uživo.</a:t>
            </a:r>
            <a:endParaRPr sz="24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66700" lvl="0" marL="2667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1CADE4"/>
              </a:buClr>
              <a:buSzPts val="2208"/>
              <a:buFont typeface="Noto Sans Symbols"/>
              <a:buChar char="◼"/>
            </a:pPr>
            <a:r>
              <a:rPr lang="en" sz="2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Fokus na izazove i rješenja (1-2 primjera).</a:t>
            </a:r>
            <a:endParaRPr sz="24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b6cc42b781_2_1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6cc42b781_2_2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b6cc42b781_2_2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13527" y="-3288"/>
            <a:ext cx="9144000" cy="7429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25000" lIns="50875" spcFirstLastPara="1" rIns="50875" wrap="square" tIns="2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5"/>
              <a:buFont typeface="Libre Franklin"/>
              <a:buNone/>
            </a:pPr>
            <a:r>
              <a:t/>
            </a:r>
            <a:endParaRPr b="1" i="0" sz="1125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62" name="Google Shape;62;p14"/>
          <p:cNvSpPr txBox="1"/>
          <p:nvPr>
            <p:ph type="ctrTitle"/>
          </p:nvPr>
        </p:nvSpPr>
        <p:spPr>
          <a:xfrm>
            <a:off x="462947" y="2814007"/>
            <a:ext cx="8245162" cy="110626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defRPr sz="28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462949" y="3920267"/>
            <a:ext cx="8245160" cy="442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104"/>
              <a:buNone/>
              <a:defRPr sz="1200" cap="none">
                <a:solidFill>
                  <a:schemeClr val="dk1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38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38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38"/>
              </a:spcBef>
              <a:spcAft>
                <a:spcPts val="0"/>
              </a:spcAft>
              <a:buSzPts val="62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38"/>
              </a:spcBef>
              <a:spcAft>
                <a:spcPts val="0"/>
              </a:spcAft>
              <a:buSzPts val="62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38"/>
              </a:spcBef>
              <a:spcAft>
                <a:spcPts val="0"/>
              </a:spcAft>
              <a:buSzPts val="62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38"/>
              </a:spcBef>
              <a:spcAft>
                <a:spcPts val="338"/>
              </a:spcAft>
              <a:buSzPts val="621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10" type="dt"/>
          </p:nvPr>
        </p:nvSpPr>
        <p:spPr>
          <a:xfrm>
            <a:off x="7563534" y="4875779"/>
            <a:ext cx="940649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1" type="ftr"/>
          </p:nvPr>
        </p:nvSpPr>
        <p:spPr>
          <a:xfrm>
            <a:off x="758803" y="4875779"/>
            <a:ext cx="6759654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549260" y="4875779"/>
            <a:ext cx="475056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2">
            <a:alphaModFix/>
          </a:blip>
          <a:srcRect b="19248" l="40606" r="15252" t="17629"/>
          <a:stretch/>
        </p:blipFill>
        <p:spPr>
          <a:xfrm>
            <a:off x="6770836" y="196946"/>
            <a:ext cx="727345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logo&#10;&#10;Description automatically generated" id="68" name="Google Shape;68;p14"/>
          <p:cNvPicPr preferRelativeResize="0"/>
          <p:nvPr/>
        </p:nvPicPr>
        <p:blipFill rotWithShape="1">
          <a:blip r:embed="rId3">
            <a:alphaModFix amt="79000"/>
          </a:blip>
          <a:srcRect b="21450" l="13473" r="15700" t="23715"/>
          <a:stretch/>
        </p:blipFill>
        <p:spPr>
          <a:xfrm>
            <a:off x="7629063" y="259031"/>
            <a:ext cx="1188000" cy="4368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6309966" y="1752595"/>
            <a:ext cx="2398143" cy="421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small" strike="noStrike">
                <a:solidFill>
                  <a:srgbClr val="36363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Programsko inženjerstvo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small" strike="noStrike">
                <a:solidFill>
                  <a:srgbClr val="36363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ID 183400</a:t>
            </a:r>
            <a:endParaRPr b="0" i="0" sz="12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7970" y="0"/>
            <a:ext cx="2403159" cy="2080563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2757249" y="2450156"/>
            <a:ext cx="3370236" cy="3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PREZENTACIJA</a:t>
            </a:r>
            <a:r>
              <a:rPr b="0" i="0" lang="en" sz="20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b="0" i="0" lang="en" sz="2000" u="none" cap="none" strike="noStrik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PROJEKTA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791999" y="27000"/>
            <a:ext cx="7920000" cy="621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71999" y="729000"/>
            <a:ext cx="9000000" cy="4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808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208"/>
              <a:buChar char="◼"/>
              <a:defRPr>
                <a:solidFill>
                  <a:schemeClr val="dk1"/>
                </a:solidFill>
              </a:defRPr>
            </a:lvl1pPr>
            <a:lvl2pPr indent="-345440" lvl="1" marL="91440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22072" lvl="2" marL="1371600" algn="l">
              <a:spcBef>
                <a:spcPts val="320"/>
              </a:spcBef>
              <a:spcAft>
                <a:spcPts val="0"/>
              </a:spcAft>
              <a:buSzPts val="1472"/>
              <a:buChar char="◼"/>
              <a:defRPr>
                <a:solidFill>
                  <a:schemeClr val="dk1"/>
                </a:solidFill>
              </a:defRPr>
            </a:lvl3pPr>
            <a:lvl4pPr indent="-310388" lvl="3" marL="1828800" algn="l">
              <a:spcBef>
                <a:spcPts val="338"/>
              </a:spcBef>
              <a:spcAft>
                <a:spcPts val="0"/>
              </a:spcAft>
              <a:buSzPts val="1288"/>
              <a:buChar char="◼"/>
              <a:defRPr>
                <a:solidFill>
                  <a:schemeClr val="dk1"/>
                </a:solidFill>
              </a:defRPr>
            </a:lvl4pPr>
            <a:lvl5pPr indent="-310388" lvl="4" marL="2286000" algn="l">
              <a:spcBef>
                <a:spcPts val="338"/>
              </a:spcBef>
              <a:spcAft>
                <a:spcPts val="0"/>
              </a:spcAft>
              <a:buSzPts val="1288"/>
              <a:buChar char="◼"/>
              <a:defRPr>
                <a:solidFill>
                  <a:schemeClr val="dk1"/>
                </a:solidFill>
              </a:defRPr>
            </a:lvl5pPr>
            <a:lvl6pPr indent="-333756" lvl="5" marL="2743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360"/>
              </a:spcBef>
              <a:spcAft>
                <a:spcPts val="338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7563534" y="4875779"/>
            <a:ext cx="940649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1" type="ftr"/>
          </p:nvPr>
        </p:nvSpPr>
        <p:spPr>
          <a:xfrm>
            <a:off x="758803" y="4875779"/>
            <a:ext cx="6759654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549260" y="4875779"/>
            <a:ext cx="475056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435896" y="1795465"/>
            <a:ext cx="8272211" cy="16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defRPr b="0" sz="2800" cap="none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435896" y="3406063"/>
            <a:ext cx="8272211" cy="4504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88"/>
              <a:buNone/>
              <a:defRPr sz="1400" cap="none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932"/>
              <a:buNone/>
              <a:defRPr sz="1013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828"/>
              <a:buNone/>
              <a:defRPr sz="9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38"/>
              </a:spcBef>
              <a:spcAft>
                <a:spcPts val="0"/>
              </a:spcAft>
              <a:buSzPts val="725"/>
              <a:buNone/>
              <a:defRPr sz="788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38"/>
              </a:spcBef>
              <a:spcAft>
                <a:spcPts val="0"/>
              </a:spcAft>
              <a:buSzPts val="725"/>
              <a:buNone/>
              <a:defRPr sz="788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38"/>
              </a:spcBef>
              <a:spcAft>
                <a:spcPts val="0"/>
              </a:spcAft>
              <a:buSzPts val="725"/>
              <a:buNone/>
              <a:defRPr sz="788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38"/>
              </a:spcBef>
              <a:spcAft>
                <a:spcPts val="0"/>
              </a:spcAft>
              <a:buSzPts val="725"/>
              <a:buNone/>
              <a:defRPr sz="788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38"/>
              </a:spcBef>
              <a:spcAft>
                <a:spcPts val="0"/>
              </a:spcAft>
              <a:buSzPts val="725"/>
              <a:buNone/>
              <a:defRPr sz="788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38"/>
              </a:spcBef>
              <a:spcAft>
                <a:spcPts val="338"/>
              </a:spcAft>
              <a:buSzPts val="725"/>
              <a:buNone/>
              <a:defRPr sz="78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10" type="dt"/>
          </p:nvPr>
        </p:nvSpPr>
        <p:spPr>
          <a:xfrm>
            <a:off x="7563534" y="4875779"/>
            <a:ext cx="940649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1" type="ftr"/>
          </p:nvPr>
        </p:nvSpPr>
        <p:spPr>
          <a:xfrm>
            <a:off x="758803" y="4875779"/>
            <a:ext cx="6759654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549260" y="4875779"/>
            <a:ext cx="475056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828000" y="27000"/>
            <a:ext cx="7920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71999" y="729000"/>
            <a:ext cx="4680000" cy="4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56"/>
              <a:buChar char="◼"/>
              <a:defRPr/>
            </a:lvl1pPr>
            <a:lvl2pPr indent="-34544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/>
            </a:lvl2pPr>
            <a:lvl3pPr indent="-333756" lvl="2" marL="1371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360"/>
              </a:spcBef>
              <a:spcAft>
                <a:spcPts val="338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2" type="body"/>
          </p:nvPr>
        </p:nvSpPr>
        <p:spPr>
          <a:xfrm>
            <a:off x="4812030" y="729000"/>
            <a:ext cx="4259971" cy="4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56"/>
              <a:buChar char="◼"/>
              <a:defRPr/>
            </a:lvl1pPr>
            <a:lvl2pPr indent="-34544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33756" lvl="2" marL="1371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360"/>
              </a:spcBef>
              <a:spcAft>
                <a:spcPts val="338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0" type="dt"/>
          </p:nvPr>
        </p:nvSpPr>
        <p:spPr>
          <a:xfrm>
            <a:off x="7563534" y="4875779"/>
            <a:ext cx="940649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1" type="ftr"/>
          </p:nvPr>
        </p:nvSpPr>
        <p:spPr>
          <a:xfrm>
            <a:off x="758803" y="4875779"/>
            <a:ext cx="6759654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549260" y="4875779"/>
            <a:ext cx="475056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792000" y="-6643"/>
            <a:ext cx="792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71998" y="743560"/>
            <a:ext cx="4680000" cy="418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72"/>
              <a:buNone/>
              <a:defRPr b="0" sz="16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035"/>
              <a:buNone/>
              <a:defRPr b="1" sz="1125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932"/>
              <a:buNone/>
              <a:defRPr b="1" sz="1013"/>
            </a:lvl3pPr>
            <a:lvl4pPr indent="-228600" lvl="3" marL="1828800" algn="l">
              <a:spcBef>
                <a:spcPts val="338"/>
              </a:spcBef>
              <a:spcAft>
                <a:spcPts val="0"/>
              </a:spcAft>
              <a:buSzPts val="828"/>
              <a:buNone/>
              <a:defRPr b="1" sz="900"/>
            </a:lvl4pPr>
            <a:lvl5pPr indent="-228600" lvl="4" marL="2286000" algn="l">
              <a:spcBef>
                <a:spcPts val="338"/>
              </a:spcBef>
              <a:spcAft>
                <a:spcPts val="0"/>
              </a:spcAft>
              <a:buSzPts val="828"/>
              <a:buNone/>
              <a:defRPr b="1" sz="900"/>
            </a:lvl5pPr>
            <a:lvl6pPr indent="-228600" lvl="5" marL="2743200" algn="l">
              <a:spcBef>
                <a:spcPts val="338"/>
              </a:spcBef>
              <a:spcAft>
                <a:spcPts val="0"/>
              </a:spcAft>
              <a:buSzPts val="828"/>
              <a:buNone/>
              <a:defRPr b="1" sz="900"/>
            </a:lvl6pPr>
            <a:lvl7pPr indent="-228600" lvl="6" marL="3200400" algn="l">
              <a:spcBef>
                <a:spcPts val="338"/>
              </a:spcBef>
              <a:spcAft>
                <a:spcPts val="0"/>
              </a:spcAft>
              <a:buSzPts val="828"/>
              <a:buNone/>
              <a:defRPr b="1" sz="900"/>
            </a:lvl7pPr>
            <a:lvl8pPr indent="-228600" lvl="7" marL="3657600" algn="l">
              <a:spcBef>
                <a:spcPts val="338"/>
              </a:spcBef>
              <a:spcAft>
                <a:spcPts val="0"/>
              </a:spcAft>
              <a:buSzPts val="828"/>
              <a:buNone/>
              <a:defRPr b="1" sz="900"/>
            </a:lvl8pPr>
            <a:lvl9pPr indent="-228600" lvl="8" marL="4114800" algn="l">
              <a:spcBef>
                <a:spcPts val="338"/>
              </a:spcBef>
              <a:spcAft>
                <a:spcPts val="338"/>
              </a:spcAft>
              <a:buSzPts val="828"/>
              <a:buNone/>
              <a:defRPr b="1" sz="900"/>
            </a:lvl9pPr>
          </a:lstStyle>
          <a:p/>
        </p:txBody>
      </p:sp>
      <p:sp>
        <p:nvSpPr>
          <p:cNvPr id="94" name="Google Shape;94;p18"/>
          <p:cNvSpPr txBox="1"/>
          <p:nvPr>
            <p:ph idx="2" type="body"/>
          </p:nvPr>
        </p:nvSpPr>
        <p:spPr>
          <a:xfrm>
            <a:off x="71998" y="1251189"/>
            <a:ext cx="4680000" cy="3502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4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360"/>
              </a:spcBef>
              <a:spcAft>
                <a:spcPts val="338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3" type="body"/>
          </p:nvPr>
        </p:nvSpPr>
        <p:spPr>
          <a:xfrm>
            <a:off x="4812031" y="743563"/>
            <a:ext cx="4212288" cy="415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472"/>
              <a:buFont typeface="Noto Sans Symbols"/>
              <a:buNone/>
              <a:defRPr b="0" sz="16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035"/>
              <a:buNone/>
              <a:defRPr b="1" sz="1125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932"/>
              <a:buNone/>
              <a:defRPr b="1" sz="1013"/>
            </a:lvl3pPr>
            <a:lvl4pPr indent="-228600" lvl="3" marL="1828800" algn="l">
              <a:spcBef>
                <a:spcPts val="338"/>
              </a:spcBef>
              <a:spcAft>
                <a:spcPts val="0"/>
              </a:spcAft>
              <a:buSzPts val="828"/>
              <a:buNone/>
              <a:defRPr b="1" sz="900"/>
            </a:lvl4pPr>
            <a:lvl5pPr indent="-228600" lvl="4" marL="2286000" algn="l">
              <a:spcBef>
                <a:spcPts val="338"/>
              </a:spcBef>
              <a:spcAft>
                <a:spcPts val="0"/>
              </a:spcAft>
              <a:buSzPts val="828"/>
              <a:buNone/>
              <a:defRPr b="1" sz="900"/>
            </a:lvl5pPr>
            <a:lvl6pPr indent="-228600" lvl="5" marL="2743200" algn="l">
              <a:spcBef>
                <a:spcPts val="338"/>
              </a:spcBef>
              <a:spcAft>
                <a:spcPts val="0"/>
              </a:spcAft>
              <a:buSzPts val="828"/>
              <a:buNone/>
              <a:defRPr b="1" sz="900"/>
            </a:lvl6pPr>
            <a:lvl7pPr indent="-228600" lvl="6" marL="3200400" algn="l">
              <a:spcBef>
                <a:spcPts val="338"/>
              </a:spcBef>
              <a:spcAft>
                <a:spcPts val="0"/>
              </a:spcAft>
              <a:buSzPts val="828"/>
              <a:buNone/>
              <a:defRPr b="1" sz="900"/>
            </a:lvl7pPr>
            <a:lvl8pPr indent="-228600" lvl="7" marL="3657600" algn="l">
              <a:spcBef>
                <a:spcPts val="338"/>
              </a:spcBef>
              <a:spcAft>
                <a:spcPts val="0"/>
              </a:spcAft>
              <a:buSzPts val="828"/>
              <a:buNone/>
              <a:defRPr b="1" sz="900"/>
            </a:lvl8pPr>
            <a:lvl9pPr indent="-228600" lvl="8" marL="4114800" algn="l">
              <a:spcBef>
                <a:spcPts val="338"/>
              </a:spcBef>
              <a:spcAft>
                <a:spcPts val="338"/>
              </a:spcAft>
              <a:buSzPts val="828"/>
              <a:buNone/>
              <a:defRPr b="1" sz="900"/>
            </a:lvl9pPr>
          </a:lstStyle>
          <a:p/>
        </p:txBody>
      </p:sp>
      <p:sp>
        <p:nvSpPr>
          <p:cNvPr id="96" name="Google Shape;96;p18"/>
          <p:cNvSpPr txBox="1"/>
          <p:nvPr>
            <p:ph idx="4" type="body"/>
          </p:nvPr>
        </p:nvSpPr>
        <p:spPr>
          <a:xfrm>
            <a:off x="4812028" y="1247882"/>
            <a:ext cx="4212288" cy="3502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4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360"/>
              </a:spcBef>
              <a:spcAft>
                <a:spcPts val="338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10" type="dt"/>
          </p:nvPr>
        </p:nvSpPr>
        <p:spPr>
          <a:xfrm>
            <a:off x="7563534" y="4875779"/>
            <a:ext cx="940649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1" type="ftr"/>
          </p:nvPr>
        </p:nvSpPr>
        <p:spPr>
          <a:xfrm>
            <a:off x="758803" y="4875779"/>
            <a:ext cx="6759654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8549260" y="4875779"/>
            <a:ext cx="475056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792000" y="27000"/>
            <a:ext cx="7920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0" type="dt"/>
          </p:nvPr>
        </p:nvSpPr>
        <p:spPr>
          <a:xfrm>
            <a:off x="7563534" y="4875779"/>
            <a:ext cx="940649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1" type="ftr"/>
          </p:nvPr>
        </p:nvSpPr>
        <p:spPr>
          <a:xfrm>
            <a:off x="758803" y="4875779"/>
            <a:ext cx="6759654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8549260" y="4875779"/>
            <a:ext cx="475056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idx="10" type="dt"/>
          </p:nvPr>
        </p:nvSpPr>
        <p:spPr>
          <a:xfrm>
            <a:off x="7563534" y="4875779"/>
            <a:ext cx="940649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11" type="ftr"/>
          </p:nvPr>
        </p:nvSpPr>
        <p:spPr>
          <a:xfrm>
            <a:off x="758803" y="4875779"/>
            <a:ext cx="6759654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8549260" y="4875779"/>
            <a:ext cx="475056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20"/>
          <p:cNvSpPr/>
          <p:nvPr/>
        </p:nvSpPr>
        <p:spPr>
          <a:xfrm>
            <a:off x="0" y="0"/>
            <a:ext cx="9144000" cy="7429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25000" lIns="50875" spcFirstLastPara="1" rIns="50875" wrap="square" tIns="2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5"/>
              <a:buFont typeface="Libre Franklin"/>
              <a:buNone/>
            </a:pPr>
            <a:r>
              <a:t/>
            </a:r>
            <a:endParaRPr b="1" i="0" sz="1125" u="none" cap="none" strike="noStrik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575894" y="756618"/>
            <a:ext cx="2273889" cy="12918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Franklin Gothic"/>
              <a:buNone/>
              <a:defRPr b="0" sz="135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675698" y="756618"/>
            <a:ext cx="4988243" cy="3970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22072" lvl="1" marL="914400" algn="l">
              <a:spcBef>
                <a:spcPts val="4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2pPr>
            <a:lvl3pPr indent="-310388" lvl="2" marL="1371600" algn="l">
              <a:spcBef>
                <a:spcPts val="3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3pPr>
            <a:lvl4pPr indent="-292861" lvl="3" marL="1828800" algn="l">
              <a:spcBef>
                <a:spcPts val="338"/>
              </a:spcBef>
              <a:spcAft>
                <a:spcPts val="0"/>
              </a:spcAft>
              <a:buSzPts val="1012"/>
              <a:buChar char="◼"/>
              <a:defRPr sz="1100">
                <a:solidFill>
                  <a:schemeClr val="dk2"/>
                </a:solidFill>
              </a:defRPr>
            </a:lvl4pPr>
            <a:lvl5pPr indent="-292861" lvl="4" marL="2286000" algn="l">
              <a:spcBef>
                <a:spcPts val="338"/>
              </a:spcBef>
              <a:spcAft>
                <a:spcPts val="0"/>
              </a:spcAft>
              <a:buSzPts val="1012"/>
              <a:buChar char="◼"/>
              <a:defRPr sz="1100">
                <a:solidFill>
                  <a:schemeClr val="dk2"/>
                </a:solidFill>
              </a:defRPr>
            </a:lvl5pPr>
            <a:lvl6pPr indent="-274634" lvl="5" marL="2743200" algn="l">
              <a:spcBef>
                <a:spcPts val="338"/>
              </a:spcBef>
              <a:spcAft>
                <a:spcPts val="0"/>
              </a:spcAft>
              <a:buSzPts val="725"/>
              <a:buChar char="◼"/>
              <a:defRPr sz="788">
                <a:solidFill>
                  <a:schemeClr val="dk2"/>
                </a:solidFill>
              </a:defRPr>
            </a:lvl6pPr>
            <a:lvl7pPr indent="-274634" lvl="6" marL="3200400" algn="l">
              <a:spcBef>
                <a:spcPts val="338"/>
              </a:spcBef>
              <a:spcAft>
                <a:spcPts val="0"/>
              </a:spcAft>
              <a:buSzPts val="725"/>
              <a:buChar char="◼"/>
              <a:defRPr sz="788">
                <a:solidFill>
                  <a:schemeClr val="dk2"/>
                </a:solidFill>
              </a:defRPr>
            </a:lvl7pPr>
            <a:lvl8pPr indent="-274634" lvl="7" marL="3657600" algn="l">
              <a:spcBef>
                <a:spcPts val="338"/>
              </a:spcBef>
              <a:spcAft>
                <a:spcPts val="0"/>
              </a:spcAft>
              <a:buSzPts val="725"/>
              <a:buChar char="◼"/>
              <a:defRPr sz="788">
                <a:solidFill>
                  <a:schemeClr val="dk2"/>
                </a:solidFill>
              </a:defRPr>
            </a:lvl8pPr>
            <a:lvl9pPr indent="-274634" lvl="8" marL="4114800" algn="l">
              <a:spcBef>
                <a:spcPts val="338"/>
              </a:spcBef>
              <a:spcAft>
                <a:spcPts val="338"/>
              </a:spcAft>
              <a:buSzPts val="725"/>
              <a:buChar char="◼"/>
              <a:defRPr sz="788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3" name="Google Shape;113;p21"/>
          <p:cNvSpPr txBox="1"/>
          <p:nvPr>
            <p:ph idx="2" type="body"/>
          </p:nvPr>
        </p:nvSpPr>
        <p:spPr>
          <a:xfrm>
            <a:off x="575894" y="2127492"/>
            <a:ext cx="2273889" cy="2599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828"/>
              <a:buNone/>
              <a:defRPr sz="9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569"/>
              <a:buNone/>
              <a:defRPr sz="619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518"/>
              <a:buNone/>
              <a:defRPr sz="563"/>
            </a:lvl3pPr>
            <a:lvl4pPr indent="-228600" lvl="3" marL="1828800" algn="l">
              <a:spcBef>
                <a:spcPts val="338"/>
              </a:spcBef>
              <a:spcAft>
                <a:spcPts val="0"/>
              </a:spcAft>
              <a:buSzPts val="466"/>
              <a:buNone/>
              <a:defRPr sz="506"/>
            </a:lvl4pPr>
            <a:lvl5pPr indent="-228600" lvl="4" marL="2286000" algn="l">
              <a:spcBef>
                <a:spcPts val="338"/>
              </a:spcBef>
              <a:spcAft>
                <a:spcPts val="0"/>
              </a:spcAft>
              <a:buSzPts val="466"/>
              <a:buNone/>
              <a:defRPr sz="506"/>
            </a:lvl5pPr>
            <a:lvl6pPr indent="-228600" lvl="5" marL="2743200" algn="l">
              <a:spcBef>
                <a:spcPts val="338"/>
              </a:spcBef>
              <a:spcAft>
                <a:spcPts val="0"/>
              </a:spcAft>
              <a:buSzPts val="466"/>
              <a:buNone/>
              <a:defRPr sz="506"/>
            </a:lvl6pPr>
            <a:lvl7pPr indent="-228600" lvl="6" marL="3200400" algn="l">
              <a:spcBef>
                <a:spcPts val="338"/>
              </a:spcBef>
              <a:spcAft>
                <a:spcPts val="0"/>
              </a:spcAft>
              <a:buSzPts val="466"/>
              <a:buNone/>
              <a:defRPr sz="506"/>
            </a:lvl7pPr>
            <a:lvl8pPr indent="-228600" lvl="7" marL="3657600" algn="l">
              <a:spcBef>
                <a:spcPts val="338"/>
              </a:spcBef>
              <a:spcAft>
                <a:spcPts val="0"/>
              </a:spcAft>
              <a:buSzPts val="466"/>
              <a:buNone/>
              <a:defRPr sz="506"/>
            </a:lvl8pPr>
            <a:lvl9pPr indent="-228600" lvl="8" marL="4114800" algn="l">
              <a:spcBef>
                <a:spcPts val="338"/>
              </a:spcBef>
              <a:spcAft>
                <a:spcPts val="338"/>
              </a:spcAft>
              <a:buSzPts val="466"/>
              <a:buNone/>
              <a:defRPr sz="506"/>
            </a:lvl9pPr>
          </a:lstStyle>
          <a:p/>
        </p:txBody>
      </p:sp>
      <p:sp>
        <p:nvSpPr>
          <p:cNvPr id="114" name="Google Shape;114;p21"/>
          <p:cNvSpPr txBox="1"/>
          <p:nvPr>
            <p:ph idx="10" type="dt"/>
          </p:nvPr>
        </p:nvSpPr>
        <p:spPr>
          <a:xfrm>
            <a:off x="5704465" y="4842689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1" type="ftr"/>
          </p:nvPr>
        </p:nvSpPr>
        <p:spPr>
          <a:xfrm>
            <a:off x="787231" y="4839445"/>
            <a:ext cx="483657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7918726" y="4842689"/>
            <a:ext cx="7893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435895" y="3520042"/>
            <a:ext cx="8272212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350"/>
              <a:buFont typeface="Franklin Gothic"/>
              <a:buNone/>
              <a:defRPr b="0" sz="135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2"/>
          <p:cNvSpPr/>
          <p:nvPr>
            <p:ph idx="2" type="pic"/>
          </p:nvPr>
        </p:nvSpPr>
        <p:spPr>
          <a:xfrm>
            <a:off x="337929" y="781606"/>
            <a:ext cx="8468144" cy="2614208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435895" y="3945095"/>
            <a:ext cx="8272213" cy="7486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828"/>
              <a:buNone/>
              <a:defRPr sz="9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621"/>
              <a:buNone/>
              <a:defRPr sz="675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518"/>
              <a:buNone/>
              <a:defRPr sz="563"/>
            </a:lvl3pPr>
            <a:lvl4pPr indent="-228600" lvl="3" marL="1828800" algn="l">
              <a:spcBef>
                <a:spcPts val="338"/>
              </a:spcBef>
              <a:spcAft>
                <a:spcPts val="0"/>
              </a:spcAft>
              <a:buSzPts val="466"/>
              <a:buNone/>
              <a:defRPr sz="506"/>
            </a:lvl4pPr>
            <a:lvl5pPr indent="-228600" lvl="4" marL="2286000" algn="l">
              <a:spcBef>
                <a:spcPts val="338"/>
              </a:spcBef>
              <a:spcAft>
                <a:spcPts val="0"/>
              </a:spcAft>
              <a:buSzPts val="466"/>
              <a:buNone/>
              <a:defRPr sz="506"/>
            </a:lvl5pPr>
            <a:lvl6pPr indent="-228600" lvl="5" marL="2743200" algn="l">
              <a:spcBef>
                <a:spcPts val="338"/>
              </a:spcBef>
              <a:spcAft>
                <a:spcPts val="0"/>
              </a:spcAft>
              <a:buSzPts val="466"/>
              <a:buNone/>
              <a:defRPr sz="506"/>
            </a:lvl6pPr>
            <a:lvl7pPr indent="-228600" lvl="6" marL="3200400" algn="l">
              <a:spcBef>
                <a:spcPts val="338"/>
              </a:spcBef>
              <a:spcAft>
                <a:spcPts val="0"/>
              </a:spcAft>
              <a:buSzPts val="466"/>
              <a:buNone/>
              <a:defRPr sz="506"/>
            </a:lvl7pPr>
            <a:lvl8pPr indent="-228600" lvl="7" marL="3657600" algn="l">
              <a:spcBef>
                <a:spcPts val="338"/>
              </a:spcBef>
              <a:spcAft>
                <a:spcPts val="0"/>
              </a:spcAft>
              <a:buSzPts val="466"/>
              <a:buNone/>
              <a:defRPr sz="506"/>
            </a:lvl8pPr>
            <a:lvl9pPr indent="-228600" lvl="8" marL="4114800" algn="l">
              <a:spcBef>
                <a:spcPts val="338"/>
              </a:spcBef>
              <a:spcAft>
                <a:spcPts val="338"/>
              </a:spcAft>
              <a:buSzPts val="466"/>
              <a:buNone/>
              <a:defRPr sz="506"/>
            </a:lvl9pPr>
          </a:lstStyle>
          <a:p/>
        </p:txBody>
      </p:sp>
      <p:sp>
        <p:nvSpPr>
          <p:cNvPr id="121" name="Google Shape;121;p22"/>
          <p:cNvSpPr txBox="1"/>
          <p:nvPr>
            <p:ph idx="10" type="dt"/>
          </p:nvPr>
        </p:nvSpPr>
        <p:spPr>
          <a:xfrm>
            <a:off x="7563534" y="4875779"/>
            <a:ext cx="940649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1" type="ftr"/>
          </p:nvPr>
        </p:nvSpPr>
        <p:spPr>
          <a:xfrm>
            <a:off x="758803" y="4875779"/>
            <a:ext cx="6759654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8549260" y="4875779"/>
            <a:ext cx="475056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792000" y="27000"/>
            <a:ext cx="7920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 rot="5400000">
            <a:off x="2547000" y="-1746000"/>
            <a:ext cx="4050000" cy="9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808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208"/>
              <a:buChar char="◼"/>
              <a:defRPr/>
            </a:lvl1pPr>
            <a:lvl2pPr indent="-345440" lvl="1" marL="91440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/>
            </a:lvl2pPr>
            <a:lvl3pPr indent="-322072" lvl="2" marL="1371600" algn="l">
              <a:spcBef>
                <a:spcPts val="320"/>
              </a:spcBef>
              <a:spcAft>
                <a:spcPts val="0"/>
              </a:spcAft>
              <a:buSzPts val="1472"/>
              <a:buChar char="◼"/>
              <a:defRPr/>
            </a:lvl3pPr>
            <a:lvl4pPr indent="-310388" lvl="3" marL="1828800" algn="l">
              <a:spcBef>
                <a:spcPts val="338"/>
              </a:spcBef>
              <a:spcAft>
                <a:spcPts val="0"/>
              </a:spcAft>
              <a:buSzPts val="1288"/>
              <a:buChar char="◼"/>
              <a:defRPr/>
            </a:lvl4pPr>
            <a:lvl5pPr indent="-310388" lvl="4" marL="2286000" algn="l">
              <a:spcBef>
                <a:spcPts val="338"/>
              </a:spcBef>
              <a:spcAft>
                <a:spcPts val="0"/>
              </a:spcAft>
              <a:buSzPts val="1288"/>
              <a:buChar char="◼"/>
              <a:defRPr/>
            </a:lvl5pPr>
            <a:lvl6pPr indent="-333756" lvl="5" marL="2743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360"/>
              </a:spcBef>
              <a:spcAft>
                <a:spcPts val="338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idx="10" type="dt"/>
          </p:nvPr>
        </p:nvSpPr>
        <p:spPr>
          <a:xfrm>
            <a:off x="7563534" y="4875779"/>
            <a:ext cx="940649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1" type="ftr"/>
          </p:nvPr>
        </p:nvSpPr>
        <p:spPr>
          <a:xfrm>
            <a:off x="758803" y="4875779"/>
            <a:ext cx="6759654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3"/>
          <p:cNvSpPr txBox="1"/>
          <p:nvPr>
            <p:ph idx="12" type="sldNum"/>
          </p:nvPr>
        </p:nvSpPr>
        <p:spPr>
          <a:xfrm>
            <a:off x="8549260" y="4875779"/>
            <a:ext cx="475056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/>
          <p:nvPr/>
        </p:nvSpPr>
        <p:spPr>
          <a:xfrm>
            <a:off x="6043613" y="449794"/>
            <a:ext cx="2765487" cy="4362713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type="title"/>
          </p:nvPr>
        </p:nvSpPr>
        <p:spPr>
          <a:xfrm rot="5400000">
            <a:off x="5521978" y="1278872"/>
            <a:ext cx="3605495" cy="2343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Franklin Gothic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 rot="5400000">
            <a:off x="1464056" y="-235162"/>
            <a:ext cx="3605495" cy="5371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4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360"/>
              </a:spcBef>
              <a:spcAft>
                <a:spcPts val="338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34" name="Google Shape;134;p24"/>
          <p:cNvSpPr/>
          <p:nvPr/>
        </p:nvSpPr>
        <p:spPr>
          <a:xfrm>
            <a:off x="334901" y="342900"/>
            <a:ext cx="2777490" cy="71248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4"/>
          <p:cNvSpPr/>
          <p:nvPr/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4"/>
          <p:cNvSpPr/>
          <p:nvPr/>
        </p:nvSpPr>
        <p:spPr>
          <a:xfrm>
            <a:off x="3181373" y="342900"/>
            <a:ext cx="2777490" cy="68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4"/>
          <p:cNvSpPr txBox="1"/>
          <p:nvPr>
            <p:ph idx="10" type="dt"/>
          </p:nvPr>
        </p:nvSpPr>
        <p:spPr>
          <a:xfrm>
            <a:off x="7563534" y="4875779"/>
            <a:ext cx="940649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4"/>
          <p:cNvSpPr txBox="1"/>
          <p:nvPr>
            <p:ph idx="11" type="ftr"/>
          </p:nvPr>
        </p:nvSpPr>
        <p:spPr>
          <a:xfrm>
            <a:off x="758803" y="4875779"/>
            <a:ext cx="6759654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549260" y="4875779"/>
            <a:ext cx="475056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lip Art" type="txAndClipArt">
  <p:cSld name="TEXT_AND_CLIPAR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87313" y="92869"/>
            <a:ext cx="89995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61950" y="789385"/>
            <a:ext cx="4168775" cy="3782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4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360"/>
              </a:spcBef>
              <a:spcAft>
                <a:spcPts val="338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43" name="Google Shape;143;p25"/>
          <p:cNvSpPr/>
          <p:nvPr>
            <p:ph idx="2" type="clipArt"/>
          </p:nvPr>
        </p:nvSpPr>
        <p:spPr>
          <a:xfrm>
            <a:off x="4683125" y="789385"/>
            <a:ext cx="4168775" cy="378261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179388" y="1232297"/>
            <a:ext cx="8964612" cy="421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179388" y="1762125"/>
            <a:ext cx="4316412" cy="2969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4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360"/>
              </a:spcBef>
              <a:spcAft>
                <a:spcPts val="338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47" name="Google Shape;147;p26"/>
          <p:cNvSpPr txBox="1"/>
          <p:nvPr>
            <p:ph idx="2" type="body"/>
          </p:nvPr>
        </p:nvSpPr>
        <p:spPr>
          <a:xfrm>
            <a:off x="4648200" y="1762125"/>
            <a:ext cx="4316413" cy="142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4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360"/>
              </a:spcBef>
              <a:spcAft>
                <a:spcPts val="338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48" name="Google Shape;148;p26"/>
          <p:cNvSpPr txBox="1"/>
          <p:nvPr>
            <p:ph idx="3" type="body"/>
          </p:nvPr>
        </p:nvSpPr>
        <p:spPr>
          <a:xfrm>
            <a:off x="4648200" y="3303985"/>
            <a:ext cx="4316413" cy="14275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4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360"/>
              </a:spcBef>
              <a:spcAft>
                <a:spcPts val="338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49" name="Google Shape;149;p26"/>
          <p:cNvSpPr txBox="1"/>
          <p:nvPr>
            <p:ph idx="10" type="dt"/>
          </p:nvPr>
        </p:nvSpPr>
        <p:spPr>
          <a:xfrm>
            <a:off x="1214438" y="4839891"/>
            <a:ext cx="1773237" cy="239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6"/>
          <p:cNvSpPr txBox="1"/>
          <p:nvPr>
            <p:ph idx="11" type="ftr"/>
          </p:nvPr>
        </p:nvSpPr>
        <p:spPr>
          <a:xfrm>
            <a:off x="3124200" y="4839891"/>
            <a:ext cx="2895600" cy="239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6"/>
          <p:cNvSpPr txBox="1"/>
          <p:nvPr>
            <p:ph idx="12" type="sldNum"/>
          </p:nvPr>
        </p:nvSpPr>
        <p:spPr>
          <a:xfrm>
            <a:off x="6902450" y="4830366"/>
            <a:ext cx="2133600" cy="239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Over Text" type="objOverTx">
  <p:cSld name="OBJECT_OVER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419100" y="166688"/>
            <a:ext cx="8153400" cy="528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355600" y="971550"/>
            <a:ext cx="8255000" cy="1788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4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360"/>
              </a:spcBef>
              <a:spcAft>
                <a:spcPts val="338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55" name="Google Shape;155;p27"/>
          <p:cNvSpPr txBox="1"/>
          <p:nvPr>
            <p:ph idx="2" type="body"/>
          </p:nvPr>
        </p:nvSpPr>
        <p:spPr>
          <a:xfrm>
            <a:off x="355600" y="2874169"/>
            <a:ext cx="8255000" cy="1788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4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360"/>
              </a:spcBef>
              <a:spcAft>
                <a:spcPts val="338"/>
              </a:spcAft>
              <a:buSzPts val="1656"/>
              <a:buChar char="◼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/>
          <p:nvPr/>
        </p:nvSpPr>
        <p:spPr>
          <a:xfrm>
            <a:off x="0" y="4994672"/>
            <a:ext cx="9144000" cy="148828"/>
          </a:xfrm>
          <a:prstGeom prst="rect">
            <a:avLst/>
          </a:prstGeom>
          <a:solidFill>
            <a:srgbClr val="9EC54A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8"/>
          <p:cNvSpPr/>
          <p:nvPr/>
        </p:nvSpPr>
        <p:spPr>
          <a:xfrm>
            <a:off x="317500" y="4300538"/>
            <a:ext cx="8509000" cy="322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8"/>
          <p:cNvSpPr/>
          <p:nvPr/>
        </p:nvSpPr>
        <p:spPr>
          <a:xfrm>
            <a:off x="0" y="0"/>
            <a:ext cx="9144000" cy="478631"/>
          </a:xfrm>
          <a:prstGeom prst="rect">
            <a:avLst/>
          </a:prstGeom>
          <a:solidFill>
            <a:srgbClr val="9EC54A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p28"/>
          <p:cNvCxnSpPr/>
          <p:nvPr/>
        </p:nvCxnSpPr>
        <p:spPr>
          <a:xfrm>
            <a:off x="0" y="476250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E6C01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28"/>
          <p:cNvCxnSpPr/>
          <p:nvPr/>
        </p:nvCxnSpPr>
        <p:spPr>
          <a:xfrm>
            <a:off x="0" y="4995863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E6C01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8"/>
          <p:cNvSpPr txBox="1"/>
          <p:nvPr/>
        </p:nvSpPr>
        <p:spPr>
          <a:xfrm>
            <a:off x="8639175" y="5017294"/>
            <a:ext cx="504825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8112125" y="4782741"/>
            <a:ext cx="844550" cy="252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8"/>
          <p:cNvSpPr/>
          <p:nvPr/>
        </p:nvSpPr>
        <p:spPr>
          <a:xfrm>
            <a:off x="8682038" y="4969669"/>
            <a:ext cx="606425" cy="184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CAST" id="165" name="Google Shape;165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53313" y="139303"/>
            <a:ext cx="1113234" cy="22264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8"/>
          <p:cNvSpPr txBox="1"/>
          <p:nvPr/>
        </p:nvSpPr>
        <p:spPr>
          <a:xfrm>
            <a:off x="0" y="4993481"/>
            <a:ext cx="9144000" cy="160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Vocational Degree programme developed by MCAST and Fraunhofer IAO.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Dokumente und Einstellungen\sahin\Desktop\iao_85mm_p334.png" id="167" name="Google Shape;16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0425" y="116681"/>
            <a:ext cx="1038225" cy="28217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8"/>
          <p:cNvSpPr txBox="1"/>
          <p:nvPr>
            <p:ph idx="1" type="body"/>
          </p:nvPr>
        </p:nvSpPr>
        <p:spPr>
          <a:xfrm>
            <a:off x="372122" y="1438183"/>
            <a:ext cx="8443404" cy="3355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4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360"/>
              </a:spcBef>
              <a:spcAft>
                <a:spcPts val="338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169" name="Google Shape;169;p28"/>
          <p:cNvSpPr txBox="1"/>
          <p:nvPr>
            <p:ph type="ctrTitle"/>
          </p:nvPr>
        </p:nvSpPr>
        <p:spPr>
          <a:xfrm>
            <a:off x="375081" y="644972"/>
            <a:ext cx="8422689" cy="5668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abla" type="tbl">
  <p:cSld name="TABLE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1150938" y="400050"/>
            <a:ext cx="7793037" cy="5774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9"/>
          <p:cNvSpPr txBox="1"/>
          <p:nvPr>
            <p:ph idx="10" type="dt"/>
          </p:nvPr>
        </p:nvSpPr>
        <p:spPr>
          <a:xfrm>
            <a:off x="7563534" y="4875779"/>
            <a:ext cx="940649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9"/>
          <p:cNvSpPr txBox="1"/>
          <p:nvPr>
            <p:ph idx="11" type="ftr"/>
          </p:nvPr>
        </p:nvSpPr>
        <p:spPr>
          <a:xfrm>
            <a:off x="758803" y="4875779"/>
            <a:ext cx="6759654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9"/>
          <p:cNvSpPr txBox="1"/>
          <p:nvPr>
            <p:ph idx="12" type="sldNum"/>
          </p:nvPr>
        </p:nvSpPr>
        <p:spPr>
          <a:xfrm>
            <a:off x="8549260" y="4875779"/>
            <a:ext cx="475056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ctrTitle"/>
          </p:nvPr>
        </p:nvSpPr>
        <p:spPr>
          <a:xfrm>
            <a:off x="686308" y="2764305"/>
            <a:ext cx="77724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2000" spcFirstLastPara="1" rIns="252000" wrap="square" tIns="46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6000"/>
              <a:buFont typeface="Franklin Gothic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8.xml"/><Relationship Id="rId6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7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92000" y="27000"/>
            <a:ext cx="7920000" cy="621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defRPr b="0" i="0" sz="2800" u="none" cap="none" strike="noStrik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2000" y="729000"/>
            <a:ext cx="9000000" cy="4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808" lvl="0" marL="457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8"/>
              <a:buFont typeface="Noto Sans Symbols"/>
              <a:buChar char="◼"/>
              <a:defRPr b="0" i="0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544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Noto Sans Symbols"/>
              <a:buChar char="◼"/>
              <a:defRPr b="0" i="0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22072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10388" lvl="3" marL="1828800" marR="0" rtl="0" algn="l">
              <a:spcBef>
                <a:spcPts val="338"/>
              </a:spcBef>
              <a:spcAft>
                <a:spcPts val="0"/>
              </a:spcAft>
              <a:buClr>
                <a:schemeClr val="accent1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10388" lvl="4" marL="2286000" marR="0" rtl="0" algn="l">
              <a:spcBef>
                <a:spcPts val="338"/>
              </a:spcBef>
              <a:spcAft>
                <a:spcPts val="0"/>
              </a:spcAft>
              <a:buClr>
                <a:schemeClr val="accent1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268033" lvl="5" marL="2743200" marR="0" rtl="0" algn="l"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621"/>
              <a:buFont typeface="Noto Sans Symbols"/>
              <a:buChar char="◼"/>
              <a:defRPr b="0" i="0" sz="675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268033" lvl="6" marL="3200400" marR="0" rtl="0" algn="l"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621"/>
              <a:buFont typeface="Noto Sans Symbols"/>
              <a:buChar char="◼"/>
              <a:defRPr b="0" i="0" sz="675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268033" lvl="7" marL="3657600" marR="0" rtl="0" algn="l">
              <a:spcBef>
                <a:spcPts val="338"/>
              </a:spcBef>
              <a:spcAft>
                <a:spcPts val="0"/>
              </a:spcAft>
              <a:buClr>
                <a:schemeClr val="accent2"/>
              </a:buClr>
              <a:buSzPts val="621"/>
              <a:buFont typeface="Noto Sans Symbols"/>
              <a:buChar char="◼"/>
              <a:defRPr b="0" i="0" sz="675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268033" lvl="8" marL="4114800" marR="0" rtl="0" algn="l">
              <a:spcBef>
                <a:spcPts val="338"/>
              </a:spcBef>
              <a:spcAft>
                <a:spcPts val="338"/>
              </a:spcAft>
              <a:buClr>
                <a:schemeClr val="accent2"/>
              </a:buClr>
              <a:buSzPts val="621"/>
              <a:buFont typeface="Noto Sans Symbols"/>
              <a:buChar char="◼"/>
              <a:defRPr b="0" i="0" sz="675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7563534" y="4875779"/>
            <a:ext cx="940649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758803" y="4875779"/>
            <a:ext cx="6759654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49260" y="4875779"/>
            <a:ext cx="475056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71999" y="665437"/>
            <a:ext cx="9000000" cy="34289"/>
          </a:xfrm>
          <a:prstGeom prst="rect">
            <a:avLst/>
          </a:prstGeom>
          <a:gradFill>
            <a:gsLst>
              <a:gs pos="0">
                <a:srgbClr val="D0EEF9"/>
              </a:gs>
              <a:gs pos="3000">
                <a:srgbClr val="D0EEF9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2" y="5112167"/>
            <a:ext cx="9143999" cy="27000"/>
          </a:xfrm>
          <a:prstGeom prst="rect">
            <a:avLst/>
          </a:prstGeom>
          <a:gradFill>
            <a:gsLst>
              <a:gs pos="0">
                <a:srgbClr val="FFFFFF">
                  <a:alpha val="55686"/>
                </a:srgbClr>
              </a:gs>
              <a:gs pos="3000">
                <a:srgbClr val="FFFFFF">
                  <a:alpha val="55686"/>
                </a:srgbClr>
              </a:gs>
              <a:gs pos="100000">
                <a:srgbClr val="D0EEF9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5394" y="128586"/>
            <a:ext cx="522922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logo&#10;&#10;Description automatically generated" id="59" name="Google Shape;59;p13"/>
          <p:cNvPicPr preferRelativeResize="0"/>
          <p:nvPr/>
        </p:nvPicPr>
        <p:blipFill rotWithShape="1">
          <a:blip r:embed="rId2">
            <a:alphaModFix amt="79000"/>
          </a:blip>
          <a:srcRect b="21450" l="13473" r="15700" t="23715"/>
          <a:stretch/>
        </p:blipFill>
        <p:spPr>
          <a:xfrm>
            <a:off x="8469403" y="222689"/>
            <a:ext cx="634769" cy="22982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spreadsheets/d/1Vfwp8n83O1gCEHi79AireHW30XPVMgX9Vx-R8o2vr5w/edit?usp=sharing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ailyspeak.app/" TargetMode="External"/><Relationship Id="rId4" Type="http://schemas.openxmlformats.org/officeDocument/2006/relationships/image" Target="../media/image1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ctrTitle"/>
          </p:nvPr>
        </p:nvSpPr>
        <p:spPr>
          <a:xfrm>
            <a:off x="462947" y="2814007"/>
            <a:ext cx="8245162" cy="1106261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Franklin Gothic"/>
              <a:buNone/>
            </a:pPr>
            <a:r>
              <a:rPr lang="en" sz="4000"/>
              <a:t>DAILY SPEAK UP</a:t>
            </a:r>
            <a:endParaRPr sz="4000"/>
          </a:p>
        </p:txBody>
      </p:sp>
      <p:sp>
        <p:nvSpPr>
          <p:cNvPr id="183" name="Google Shape;183;p31"/>
          <p:cNvSpPr txBox="1"/>
          <p:nvPr>
            <p:ph idx="1" type="subTitle"/>
          </p:nvPr>
        </p:nvSpPr>
        <p:spPr>
          <a:xfrm>
            <a:off x="699328" y="3920267"/>
            <a:ext cx="7772400" cy="442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88"/>
              <a:buNone/>
            </a:pPr>
            <a:r>
              <a:rPr lang="en" sz="1400"/>
              <a:t>Tim:  TG 08.1 Emil i programeri</a:t>
            </a:r>
            <a:endParaRPr sz="1400"/>
          </a:p>
          <a:p>
            <a:pPr indent="0" lvl="0" marL="0" rtl="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104"/>
              <a:buNone/>
            </a:pPr>
            <a:r>
              <a:rPr lang="en"/>
              <a:t>Ak. god. 2025./2025.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791999" y="27000"/>
            <a:ext cx="7920000" cy="621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en"/>
              <a:t>SADRŽAJ</a:t>
            </a:r>
            <a:endParaRPr/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71999" y="729000"/>
            <a:ext cx="9000000" cy="4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6700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8"/>
              <a:buChar char="◼"/>
            </a:pPr>
            <a:r>
              <a:rPr lang="en"/>
              <a:t>Članovi tima</a:t>
            </a:r>
            <a:endParaRPr/>
          </a:p>
          <a:p>
            <a:pPr indent="-266700" lvl="0" marL="2667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2208"/>
              <a:buChar char="◼"/>
            </a:pPr>
            <a:r>
              <a:rPr lang="en"/>
              <a:t>Cilj projekta</a:t>
            </a:r>
            <a:endParaRPr/>
          </a:p>
          <a:p>
            <a:pPr indent="-266700" lvl="0" marL="2667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2208"/>
              <a:buChar char="◼"/>
            </a:pPr>
            <a:r>
              <a:rPr lang="en"/>
              <a:t>Analiza i oblikovanje sustava	</a:t>
            </a:r>
            <a:endParaRPr/>
          </a:p>
          <a:p>
            <a:pPr indent="-342900" lvl="1" marL="486899" rtl="0" algn="l">
              <a:spcBef>
                <a:spcPts val="700"/>
              </a:spcBef>
              <a:spcAft>
                <a:spcPts val="0"/>
              </a:spcAft>
              <a:buSzPts val="1840"/>
              <a:buChar char="◼"/>
            </a:pPr>
            <a:r>
              <a:rPr lang="en"/>
              <a:t>Zahtjevi</a:t>
            </a:r>
            <a:endParaRPr/>
          </a:p>
          <a:p>
            <a:pPr indent="-342900" lvl="1" marL="486899" rtl="0" algn="l">
              <a:spcBef>
                <a:spcPts val="700"/>
              </a:spcBef>
              <a:spcAft>
                <a:spcPts val="0"/>
              </a:spcAft>
              <a:buSzPts val="1840"/>
              <a:buChar char="◼"/>
            </a:pPr>
            <a:r>
              <a:rPr lang="en"/>
              <a:t>Arhitektura</a:t>
            </a:r>
            <a:endParaRPr/>
          </a:p>
          <a:p>
            <a:pPr indent="-266700" lvl="0" marL="2667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2208"/>
              <a:buChar char="◼"/>
            </a:pPr>
            <a:r>
              <a:rPr lang="en"/>
              <a:t>Organizacija rada </a:t>
            </a:r>
            <a:endParaRPr/>
          </a:p>
          <a:p>
            <a:pPr indent="-266700" lvl="0" marL="2667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2208"/>
              <a:buChar char="◼"/>
            </a:pPr>
            <a:r>
              <a:rPr lang="en"/>
              <a:t>Iskustva</a:t>
            </a:r>
            <a:endParaRPr/>
          </a:p>
          <a:p>
            <a:pPr indent="-126492" lvl="0" marL="2667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2208"/>
              <a:buNone/>
            </a:pPr>
            <a:r>
              <a:t/>
            </a:r>
            <a:endParaRPr/>
          </a:p>
        </p:txBody>
      </p:sp>
      <p:sp>
        <p:nvSpPr>
          <p:cNvPr id="191" name="Google Shape;191;p32"/>
          <p:cNvSpPr txBox="1"/>
          <p:nvPr>
            <p:ph idx="12" type="sldNum"/>
          </p:nvPr>
        </p:nvSpPr>
        <p:spPr>
          <a:xfrm>
            <a:off x="8549260" y="4875779"/>
            <a:ext cx="475056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>
            <p:ph type="title"/>
          </p:nvPr>
        </p:nvSpPr>
        <p:spPr>
          <a:xfrm>
            <a:off x="791999" y="27000"/>
            <a:ext cx="7920000" cy="621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en"/>
              <a:t>ČLANOVI GRUPE</a:t>
            </a:r>
            <a:endParaRPr/>
          </a:p>
        </p:txBody>
      </p:sp>
      <p:sp>
        <p:nvSpPr>
          <p:cNvPr id="198" name="Google Shape;198;p33"/>
          <p:cNvSpPr txBox="1"/>
          <p:nvPr>
            <p:ph idx="1" type="body"/>
          </p:nvPr>
        </p:nvSpPr>
        <p:spPr>
          <a:xfrm>
            <a:off x="72000" y="729000"/>
            <a:ext cx="9000000" cy="44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9557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Char char="◼"/>
            </a:pPr>
            <a:r>
              <a:rPr lang="en" sz="1300"/>
              <a:t>Emil Popović</a:t>
            </a:r>
            <a:endParaRPr sz="1300"/>
          </a:p>
          <a:p>
            <a:pPr indent="-317372" lvl="1" marL="486899" rtl="0" algn="l">
              <a:spcBef>
                <a:spcPts val="700"/>
              </a:spcBef>
              <a:spcAft>
                <a:spcPts val="0"/>
              </a:spcAft>
              <a:buSzPts val="1300"/>
              <a:buChar char="◼"/>
            </a:pPr>
            <a:r>
              <a:rPr lang="en" sz="1300"/>
              <a:t>Voditelj, backend, baza podataka</a:t>
            </a:r>
            <a:endParaRPr sz="1300"/>
          </a:p>
          <a:p>
            <a:pPr indent="-219557" lvl="0" marL="2667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300"/>
              <a:buChar char="◼"/>
            </a:pPr>
            <a:r>
              <a:rPr lang="en" sz="1300"/>
              <a:t>Kristijan Bilanović</a:t>
            </a:r>
            <a:endParaRPr sz="1300"/>
          </a:p>
          <a:p>
            <a:pPr indent="-317372" lvl="1" marL="486899" rtl="0" algn="l">
              <a:spcBef>
                <a:spcPts val="700"/>
              </a:spcBef>
              <a:spcAft>
                <a:spcPts val="0"/>
              </a:spcAft>
              <a:buSzPts val="1300"/>
              <a:buChar char="◼"/>
            </a:pPr>
            <a:r>
              <a:rPr lang="en" sz="1300"/>
              <a:t>Frontend, testiranje</a:t>
            </a:r>
            <a:endParaRPr sz="1300"/>
          </a:p>
          <a:p>
            <a:pPr indent="-219557" lvl="0" marL="2667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300"/>
              <a:buChar char="◼"/>
            </a:pPr>
            <a:r>
              <a:rPr lang="en" sz="1300"/>
              <a:t>Lara Brečić</a:t>
            </a:r>
            <a:endParaRPr sz="1300"/>
          </a:p>
          <a:p>
            <a:pPr indent="-317372" lvl="1" marL="486899" rtl="0" algn="l">
              <a:spcBef>
                <a:spcPts val="700"/>
              </a:spcBef>
              <a:spcAft>
                <a:spcPts val="0"/>
              </a:spcAft>
              <a:buSzPts val="1300"/>
              <a:buChar char="◼"/>
            </a:pPr>
            <a:r>
              <a:rPr lang="en" sz="1300"/>
              <a:t>Frontend, baza podataka</a:t>
            </a:r>
            <a:endParaRPr sz="1300"/>
          </a:p>
          <a:p>
            <a:pPr indent="-219557" lvl="0" marL="2667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300"/>
              <a:buChar char="◼"/>
            </a:pPr>
            <a:r>
              <a:rPr lang="en" sz="1300"/>
              <a:t>Lara Desnica</a:t>
            </a:r>
            <a:endParaRPr sz="1300"/>
          </a:p>
          <a:p>
            <a:pPr indent="-317372" lvl="1" marL="486899" rtl="0" algn="l">
              <a:spcBef>
                <a:spcPts val="700"/>
              </a:spcBef>
              <a:spcAft>
                <a:spcPts val="0"/>
              </a:spcAft>
              <a:buSzPts val="1300"/>
              <a:buChar char="◼"/>
            </a:pPr>
            <a:r>
              <a:rPr lang="en" sz="1300"/>
              <a:t>Frontend, dokumentacija</a:t>
            </a:r>
            <a:endParaRPr sz="1300"/>
          </a:p>
          <a:p>
            <a:pPr indent="-219557" lvl="0" marL="2667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300"/>
              <a:buChar char="◼"/>
            </a:pPr>
            <a:r>
              <a:rPr lang="en" sz="1300"/>
              <a:t>Mate Jakovljev</a:t>
            </a:r>
            <a:endParaRPr sz="1300"/>
          </a:p>
          <a:p>
            <a:pPr indent="-317372" lvl="1" marL="486899" rtl="0" algn="l">
              <a:spcBef>
                <a:spcPts val="700"/>
              </a:spcBef>
              <a:spcAft>
                <a:spcPts val="0"/>
              </a:spcAft>
              <a:buSzPts val="1300"/>
              <a:buChar char="◼"/>
            </a:pPr>
            <a:r>
              <a:rPr lang="en" sz="1300"/>
              <a:t>UI/UX, frontend</a:t>
            </a:r>
            <a:endParaRPr sz="1300"/>
          </a:p>
          <a:p>
            <a:pPr indent="-219557" lvl="0" marL="2667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300"/>
              <a:buChar char="◼"/>
            </a:pPr>
            <a:r>
              <a:rPr lang="en" sz="1300"/>
              <a:t>Matej Jurasić</a:t>
            </a:r>
            <a:endParaRPr sz="1300"/>
          </a:p>
          <a:p>
            <a:pPr indent="-317372" lvl="1" marL="486899" rtl="0" algn="l">
              <a:spcBef>
                <a:spcPts val="700"/>
              </a:spcBef>
              <a:spcAft>
                <a:spcPts val="0"/>
              </a:spcAft>
              <a:buSzPts val="1300"/>
              <a:buChar char="◼"/>
            </a:pPr>
            <a:r>
              <a:rPr lang="en" sz="1300"/>
              <a:t>Backend, testiranje</a:t>
            </a:r>
            <a:endParaRPr sz="1300"/>
          </a:p>
          <a:p>
            <a:pPr indent="-219557" lvl="0" marL="2667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300"/>
              <a:buChar char="◼"/>
            </a:pPr>
            <a:r>
              <a:rPr lang="en" sz="1300"/>
              <a:t>Nika Valić</a:t>
            </a:r>
            <a:endParaRPr sz="1300"/>
          </a:p>
          <a:p>
            <a:pPr indent="-317372" lvl="1" marL="486899" rtl="0" algn="l">
              <a:spcBef>
                <a:spcPts val="700"/>
              </a:spcBef>
              <a:spcAft>
                <a:spcPts val="0"/>
              </a:spcAft>
              <a:buSzPts val="1300"/>
              <a:buChar char="◼"/>
            </a:pPr>
            <a:r>
              <a:rPr lang="en" sz="1300"/>
              <a:t>UI/UX, dokumentacija</a:t>
            </a:r>
            <a:endParaRPr sz="1300"/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2208"/>
              <a:buNone/>
            </a:pPr>
            <a:r>
              <a:t/>
            </a:r>
            <a:endParaRPr sz="1300"/>
          </a:p>
        </p:txBody>
      </p:sp>
      <p:sp>
        <p:nvSpPr>
          <p:cNvPr id="199" name="Google Shape;199;p33"/>
          <p:cNvSpPr txBox="1"/>
          <p:nvPr>
            <p:ph idx="12" type="sldNum"/>
          </p:nvPr>
        </p:nvSpPr>
        <p:spPr>
          <a:xfrm>
            <a:off x="8549260" y="4875779"/>
            <a:ext cx="475056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type="title"/>
          </p:nvPr>
        </p:nvSpPr>
        <p:spPr>
          <a:xfrm>
            <a:off x="791999" y="27000"/>
            <a:ext cx="7920000" cy="621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en"/>
              <a:t>O PROJEKTU</a:t>
            </a:r>
            <a:endParaRPr/>
          </a:p>
        </p:txBody>
      </p:sp>
      <p:sp>
        <p:nvSpPr>
          <p:cNvPr id="206" name="Google Shape;206;p34"/>
          <p:cNvSpPr txBox="1"/>
          <p:nvPr>
            <p:ph idx="1" type="body"/>
          </p:nvPr>
        </p:nvSpPr>
        <p:spPr>
          <a:xfrm>
            <a:off x="72000" y="1017700"/>
            <a:ext cx="90000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091" lvl="0" marL="266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ibre Franklin"/>
              <a:buChar char="◼"/>
            </a:pPr>
            <a:r>
              <a:rPr lang="en" sz="1600">
                <a:highlight>
                  <a:schemeClr val="lt1"/>
                </a:highlight>
              </a:rPr>
              <a:t>DailySpeakUp pristupačna je aplikacija koja omogućava svakodnevno vježbanje javnog govora</a:t>
            </a:r>
            <a:endParaRPr sz="1600">
              <a:highlight>
                <a:schemeClr val="lt1"/>
              </a:highlight>
            </a:endParaRPr>
          </a:p>
          <a:p>
            <a:pPr indent="-228091" lvl="0" marL="266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ibre Franklin"/>
              <a:buChar char="◼"/>
            </a:pPr>
            <a:r>
              <a:rPr lang="en" sz="1600">
                <a:highlight>
                  <a:schemeClr val="lt1"/>
                </a:highlight>
              </a:rPr>
              <a:t>Snimanje jednominutnih govornih  izazova</a:t>
            </a:r>
            <a:endParaRPr sz="1600">
              <a:highlight>
                <a:schemeClr val="lt1"/>
              </a:highlight>
            </a:endParaRPr>
          </a:p>
          <a:p>
            <a:pPr indent="-228091" lvl="0" marL="266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ibre Franklin"/>
              <a:buChar char="◼"/>
            </a:pPr>
            <a:r>
              <a:rPr lang="en" sz="1600">
                <a:highlight>
                  <a:schemeClr val="lt1"/>
                </a:highlight>
              </a:rPr>
              <a:t>Mogućnost praćenja napretka, dijeljenja videozapisa i dobivanja povratnih informacija od prijatelja</a:t>
            </a:r>
            <a:endParaRPr sz="1600">
              <a:highlight>
                <a:schemeClr val="lt1"/>
              </a:highlight>
            </a:endParaRPr>
          </a:p>
          <a:p>
            <a:pPr indent="0" lvl="0" marL="2667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07" name="Google Shape;207;p34"/>
          <p:cNvSpPr txBox="1"/>
          <p:nvPr>
            <p:ph idx="12" type="sldNum"/>
          </p:nvPr>
        </p:nvSpPr>
        <p:spPr>
          <a:xfrm>
            <a:off x="8549260" y="4875779"/>
            <a:ext cx="475056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/>
          <p:nvPr>
            <p:ph type="title"/>
          </p:nvPr>
        </p:nvSpPr>
        <p:spPr>
          <a:xfrm>
            <a:off x="791999" y="27000"/>
            <a:ext cx="7920000" cy="62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Postojeća slična rješenja</a:t>
            </a:r>
            <a:endParaRPr/>
          </a:p>
        </p:txBody>
      </p:sp>
      <p:sp>
        <p:nvSpPr>
          <p:cNvPr id="213" name="Google Shape;213;p35"/>
          <p:cNvSpPr txBox="1"/>
          <p:nvPr>
            <p:ph idx="1" type="body"/>
          </p:nvPr>
        </p:nvSpPr>
        <p:spPr>
          <a:xfrm>
            <a:off x="297275" y="893275"/>
            <a:ext cx="4821300" cy="37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1150" lvl="0" marL="457200" rtl="0" algn="l">
              <a:spcBef>
                <a:spcPts val="500"/>
              </a:spcBef>
              <a:spcAft>
                <a:spcPts val="0"/>
              </a:spcAft>
              <a:buSzPts val="1300"/>
              <a:buFont typeface="Arial"/>
              <a:buChar char="◼"/>
            </a:pPr>
            <a:r>
              <a:rPr lang="en" sz="130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Orai aplikacija </a:t>
            </a:r>
            <a:endParaRPr sz="13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◼"/>
            </a:pPr>
            <a:r>
              <a:rPr lang="en" sz="130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Pomoću umjetne inteligencije pomaže pri uvježbavanju prezentiranja i govora u javnosti </a:t>
            </a:r>
            <a:endParaRPr sz="13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◼"/>
            </a:pPr>
            <a:r>
              <a:rPr lang="en" sz="130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Cilj aplikacije je automatska povratna informacija korisniku</a:t>
            </a:r>
            <a:endParaRPr sz="13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◼"/>
            </a:pPr>
            <a:r>
              <a:rPr b="1" lang="en" sz="130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DailySpeakUp </a:t>
            </a:r>
            <a:r>
              <a:rPr lang="en" sz="130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ne koristi umjetnu inteligenciju za analizu snimaka korisnika (korisnik sam prati svoj napredak). </a:t>
            </a:r>
            <a:endParaRPr sz="2500"/>
          </a:p>
        </p:txBody>
      </p:sp>
      <p:pic>
        <p:nvPicPr>
          <p:cNvPr id="214" name="Google Shape;21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7425" y="1190162"/>
            <a:ext cx="1361625" cy="276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67950" y="1148037"/>
            <a:ext cx="1444050" cy="284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5"/>
          <p:cNvSpPr txBox="1"/>
          <p:nvPr>
            <p:ph idx="12" type="sldNum"/>
          </p:nvPr>
        </p:nvSpPr>
        <p:spPr>
          <a:xfrm>
            <a:off x="8549260" y="4875779"/>
            <a:ext cx="4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/>
          <p:nvPr>
            <p:ph type="title"/>
          </p:nvPr>
        </p:nvSpPr>
        <p:spPr>
          <a:xfrm>
            <a:off x="791999" y="27000"/>
            <a:ext cx="7920000" cy="621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en"/>
              <a:t>PREGLED FUNKCIONALNIH ZAHTJEVA</a:t>
            </a:r>
            <a:endParaRPr/>
          </a:p>
        </p:txBody>
      </p:sp>
      <p:sp>
        <p:nvSpPr>
          <p:cNvPr id="222" name="Google Shape;222;p36"/>
          <p:cNvSpPr txBox="1"/>
          <p:nvPr>
            <p:ph idx="1" type="body"/>
          </p:nvPr>
        </p:nvSpPr>
        <p:spPr>
          <a:xfrm>
            <a:off x="182625" y="729000"/>
            <a:ext cx="3882300" cy="4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Funkcionalni zahtjevi</a:t>
            </a:r>
            <a:endParaRPr/>
          </a:p>
          <a:p>
            <a:pPr indent="-222250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8"/>
              <a:buChar char="◼"/>
            </a:pPr>
            <a:r>
              <a:rPr lang="en" sz="1700"/>
              <a:t>F2 Korisnik može odabrati interese</a:t>
            </a:r>
            <a:endParaRPr sz="1700"/>
          </a:p>
          <a:p>
            <a:pPr indent="-222250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8"/>
              <a:buChar char="◼"/>
            </a:pPr>
            <a:r>
              <a:rPr lang="en" sz="1700"/>
              <a:t>F4 Dnevne AI generirane teme</a:t>
            </a:r>
            <a:endParaRPr sz="1700"/>
          </a:p>
          <a:p>
            <a:pPr indent="-222250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8"/>
              <a:buChar char="◼"/>
            </a:pPr>
            <a:r>
              <a:rPr lang="en" sz="1700"/>
              <a:t>F5 Korisnik može snimati nove govore</a:t>
            </a:r>
            <a:endParaRPr sz="1700"/>
          </a:p>
          <a:p>
            <a:pPr indent="-222250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8"/>
              <a:buChar char="◼"/>
            </a:pPr>
            <a:r>
              <a:rPr lang="en" sz="1700"/>
              <a:t>F7 Korisnik može imati prijatelje</a:t>
            </a:r>
            <a:endParaRPr sz="1700"/>
          </a:p>
          <a:p>
            <a:pPr indent="-222250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8"/>
              <a:buChar char="◼"/>
            </a:pPr>
            <a:r>
              <a:rPr lang="en" sz="1700"/>
              <a:t>F11 Korisnik može ocjenjivati govor</a:t>
            </a:r>
            <a:endParaRPr sz="1700"/>
          </a:p>
          <a:p>
            <a:pPr indent="-222250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8"/>
              <a:buChar char="◼"/>
            </a:pPr>
            <a:r>
              <a:rPr lang="en" sz="1700"/>
              <a:t>F12 Praćenje streaka</a:t>
            </a:r>
            <a:endParaRPr sz="1700"/>
          </a:p>
        </p:txBody>
      </p:sp>
      <p:sp>
        <p:nvSpPr>
          <p:cNvPr id="223" name="Google Shape;223;p36"/>
          <p:cNvSpPr txBox="1"/>
          <p:nvPr>
            <p:ph idx="12" type="sldNum"/>
          </p:nvPr>
        </p:nvSpPr>
        <p:spPr>
          <a:xfrm>
            <a:off x="8549260" y="4875779"/>
            <a:ext cx="475056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6"/>
          <p:cNvSpPr txBox="1"/>
          <p:nvPr/>
        </p:nvSpPr>
        <p:spPr>
          <a:xfrm>
            <a:off x="5045125" y="729000"/>
            <a:ext cx="3979200" cy="3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Nefunkcionalni zahtjevi</a:t>
            </a:r>
            <a:endParaRPr b="1" sz="24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24358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8"/>
              <a:buFont typeface="Noto Sans Symbols"/>
              <a:buChar char="◼"/>
            </a:pPr>
            <a:r>
              <a:rPr lang="en" sz="17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NF1 Performanse</a:t>
            </a:r>
            <a:endParaRPr sz="17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◼"/>
            </a:pPr>
            <a:r>
              <a:rPr lang="en" sz="17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NF2 Sigurnost</a:t>
            </a:r>
            <a:endParaRPr sz="17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◼"/>
            </a:pPr>
            <a:r>
              <a:rPr lang="en" sz="17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NF3 Dostupnost</a:t>
            </a:r>
            <a:endParaRPr sz="17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◼"/>
            </a:pPr>
            <a:r>
              <a:rPr lang="en" sz="17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NF4 Održivost</a:t>
            </a:r>
            <a:endParaRPr sz="17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◼"/>
            </a:pPr>
            <a:r>
              <a:rPr lang="en" sz="17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NF5 Skalabilnost</a:t>
            </a:r>
            <a:endParaRPr sz="17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◼"/>
            </a:pPr>
            <a:r>
              <a:rPr lang="en" sz="17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NF6 Pouzdanost</a:t>
            </a:r>
            <a:endParaRPr sz="17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Char char="◼"/>
            </a:pPr>
            <a:r>
              <a:rPr lang="en" sz="17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NF7  Uporaba</a:t>
            </a:r>
            <a:endParaRPr sz="17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7"/>
          <p:cNvSpPr txBox="1"/>
          <p:nvPr>
            <p:ph type="title"/>
          </p:nvPr>
        </p:nvSpPr>
        <p:spPr>
          <a:xfrm>
            <a:off x="791999" y="27000"/>
            <a:ext cx="7920000" cy="621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en"/>
              <a:t>UML DIJAGRAM OBRAZACA UPORABE</a:t>
            </a:r>
            <a:endParaRPr/>
          </a:p>
        </p:txBody>
      </p:sp>
      <p:sp>
        <p:nvSpPr>
          <p:cNvPr id="230" name="Google Shape;230;p37"/>
          <p:cNvSpPr txBox="1"/>
          <p:nvPr>
            <p:ph idx="12" type="sldNum"/>
          </p:nvPr>
        </p:nvSpPr>
        <p:spPr>
          <a:xfrm>
            <a:off x="8549260" y="4875779"/>
            <a:ext cx="475056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1" name="Google Shape;231;p37"/>
          <p:cNvPicPr preferRelativeResize="0"/>
          <p:nvPr/>
        </p:nvPicPr>
        <p:blipFill rotWithShape="1">
          <a:blip r:embed="rId3">
            <a:alphaModFix/>
          </a:blip>
          <a:srcRect b="15002" l="0" r="0" t="0"/>
          <a:stretch/>
        </p:blipFill>
        <p:spPr>
          <a:xfrm>
            <a:off x="2019238" y="811400"/>
            <a:ext cx="5105524" cy="41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"/>
          <p:cNvSpPr txBox="1"/>
          <p:nvPr>
            <p:ph type="title"/>
          </p:nvPr>
        </p:nvSpPr>
        <p:spPr>
          <a:xfrm>
            <a:off x="791999" y="27000"/>
            <a:ext cx="7920000" cy="621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en"/>
              <a:t>ARHITEKTURA SUSTAVA</a:t>
            </a:r>
            <a:endParaRPr/>
          </a:p>
        </p:txBody>
      </p:sp>
      <p:sp>
        <p:nvSpPr>
          <p:cNvPr id="237" name="Google Shape;237;p38"/>
          <p:cNvSpPr txBox="1"/>
          <p:nvPr>
            <p:ph idx="1" type="body"/>
          </p:nvPr>
        </p:nvSpPr>
        <p:spPr>
          <a:xfrm>
            <a:off x="72000" y="729000"/>
            <a:ext cx="2844000" cy="44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Klijent-poslužitelj arhitektura omogućava: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Paralelni razvoj (frontend i backend timovi)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Neovisno skaliranje komponenti (stateless API, CDN frontend)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Fleksibilan odabir tehnologija (Vue.js za UI, FastAPI za performanse)</a:t>
            </a:r>
            <a:endParaRPr sz="13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8"/>
          <p:cNvSpPr txBox="1"/>
          <p:nvPr>
            <p:ph idx="12" type="sldNum"/>
          </p:nvPr>
        </p:nvSpPr>
        <p:spPr>
          <a:xfrm>
            <a:off x="8549260" y="4875779"/>
            <a:ext cx="475056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9" name="Google Shape;23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6000" y="854637"/>
            <a:ext cx="6097973" cy="3714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 txBox="1"/>
          <p:nvPr>
            <p:ph type="title"/>
          </p:nvPr>
        </p:nvSpPr>
        <p:spPr>
          <a:xfrm>
            <a:off x="791999" y="27000"/>
            <a:ext cx="7920000" cy="621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en"/>
              <a:t>ISPITIVANJE</a:t>
            </a:r>
            <a:endParaRPr/>
          </a:p>
        </p:txBody>
      </p:sp>
      <p:sp>
        <p:nvSpPr>
          <p:cNvPr id="245" name="Google Shape;245;p39"/>
          <p:cNvSpPr txBox="1"/>
          <p:nvPr>
            <p:ph idx="1" type="body"/>
          </p:nvPr>
        </p:nvSpPr>
        <p:spPr>
          <a:xfrm>
            <a:off x="71999" y="729000"/>
            <a:ext cx="9000000" cy="4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3966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50"/>
              <a:buChar char="◼"/>
            </a:pPr>
            <a:r>
              <a:rPr lang="en" sz="1850"/>
              <a:t>Unit testovi -&gt; Integracijski  testovi -&gt; E2E testovi</a:t>
            </a:r>
            <a:endParaRPr sz="1850"/>
          </a:p>
          <a:p>
            <a:pPr indent="-243966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50"/>
              <a:buChar char="◼"/>
            </a:pPr>
            <a:r>
              <a:rPr lang="en" sz="1850"/>
              <a:t>Alati: pytest, pytest-asyncio, FastAPI TestClient, SQLite, unittest.mock</a:t>
            </a:r>
            <a:endParaRPr sz="1850"/>
          </a:p>
          <a:p>
            <a:pPr indent="-243966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50"/>
              <a:buChar char="◼"/>
            </a:pPr>
            <a:r>
              <a:rPr lang="en" sz="1850"/>
              <a:t>Arrange-Act-Assert obrazac </a:t>
            </a:r>
            <a:endParaRPr sz="1850"/>
          </a:p>
          <a:p>
            <a:pPr indent="0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/>
          </a:p>
          <a:p>
            <a:pPr indent="-243966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50"/>
              <a:buChar char="◼"/>
            </a:pPr>
            <a:r>
              <a:rPr lang="en" sz="1850"/>
              <a:t>Komponente: pydantic validacije, servisna logika, ograničenja baze podataka</a:t>
            </a:r>
            <a:endParaRPr sz="1850"/>
          </a:p>
          <a:p>
            <a:pPr indent="-243966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50"/>
              <a:buChar char="◼"/>
            </a:pPr>
            <a:r>
              <a:rPr lang="en" sz="1850"/>
              <a:t>Cilj je bio testiranje ponašanja cijelog sustava u stvarnim uvjetima korištenja</a:t>
            </a:r>
            <a:endParaRPr sz="1850"/>
          </a:p>
          <a:p>
            <a:pPr indent="0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/>
          </a:p>
          <a:p>
            <a:pPr indent="-243966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50"/>
              <a:buChar char="◼"/>
            </a:pPr>
            <a:r>
              <a:rPr lang="en" sz="1850"/>
              <a:t>6 unit testova</a:t>
            </a:r>
            <a:endParaRPr sz="1850"/>
          </a:p>
          <a:p>
            <a:pPr indent="-243966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50"/>
              <a:buChar char="◼"/>
            </a:pPr>
            <a:r>
              <a:rPr lang="en" sz="1850"/>
              <a:t>4 API </a:t>
            </a:r>
            <a:r>
              <a:rPr lang="en" sz="1850"/>
              <a:t>endpoints</a:t>
            </a:r>
            <a:r>
              <a:rPr lang="en" sz="1850"/>
              <a:t> testirana</a:t>
            </a:r>
            <a:endParaRPr sz="1850"/>
          </a:p>
          <a:p>
            <a:pPr indent="-243966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50"/>
              <a:buChar char="◼"/>
            </a:pPr>
            <a:r>
              <a:rPr lang="en" sz="1850"/>
              <a:t>4 </a:t>
            </a:r>
            <a:r>
              <a:rPr lang="en" sz="1850"/>
              <a:t>scenarija aplikacije preko web sučelja</a:t>
            </a:r>
            <a:endParaRPr sz="1850"/>
          </a:p>
          <a:p>
            <a:pPr indent="-243966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50"/>
              <a:buChar char="◼"/>
            </a:pPr>
            <a:r>
              <a:rPr lang="en" sz="1850"/>
              <a:t>Svi testovi prolaze</a:t>
            </a:r>
            <a:endParaRPr sz="185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/>
          </a:p>
        </p:txBody>
      </p:sp>
      <p:sp>
        <p:nvSpPr>
          <p:cNvPr id="246" name="Google Shape;246;p39"/>
          <p:cNvSpPr txBox="1"/>
          <p:nvPr>
            <p:ph idx="12" type="sldNum"/>
          </p:nvPr>
        </p:nvSpPr>
        <p:spPr>
          <a:xfrm>
            <a:off x="8549260" y="4875779"/>
            <a:ext cx="475056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type="title"/>
          </p:nvPr>
        </p:nvSpPr>
        <p:spPr>
          <a:xfrm>
            <a:off x="791999" y="27000"/>
            <a:ext cx="7920000" cy="621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en"/>
              <a:t>KORIŠTENI ALATI I TEHNOLOGIJE</a:t>
            </a:r>
            <a:endParaRPr/>
          </a:p>
        </p:txBody>
      </p:sp>
      <p:sp>
        <p:nvSpPr>
          <p:cNvPr id="252" name="Google Shape;252;p40"/>
          <p:cNvSpPr txBox="1"/>
          <p:nvPr>
            <p:ph idx="1" type="body"/>
          </p:nvPr>
        </p:nvSpPr>
        <p:spPr>
          <a:xfrm>
            <a:off x="72000" y="1242450"/>
            <a:ext cx="9000000" cy="26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34137" lvl="1" marL="486900" rtl="0" algn="l">
              <a:spcBef>
                <a:spcPts val="700"/>
              </a:spcBef>
              <a:spcAft>
                <a:spcPts val="0"/>
              </a:spcAft>
              <a:buSzPct val="91999"/>
              <a:buChar char="◼"/>
            </a:pPr>
            <a:r>
              <a:rPr lang="en"/>
              <a:t>Dokumentacija: Wiki</a:t>
            </a:r>
            <a:endParaRPr/>
          </a:p>
          <a:p>
            <a:pPr indent="-334137" lvl="1" marL="486900" rtl="0" algn="l">
              <a:spcBef>
                <a:spcPts val="700"/>
              </a:spcBef>
              <a:spcAft>
                <a:spcPts val="0"/>
              </a:spcAft>
              <a:buSzPct val="91999"/>
              <a:buChar char="◼"/>
            </a:pPr>
            <a:r>
              <a:rPr lang="en"/>
              <a:t>Dizajn: Figma</a:t>
            </a:r>
            <a:endParaRPr/>
          </a:p>
          <a:p>
            <a:pPr indent="-334137" lvl="1" marL="486900" rtl="0" algn="l">
              <a:spcBef>
                <a:spcPts val="700"/>
              </a:spcBef>
              <a:spcAft>
                <a:spcPts val="0"/>
              </a:spcAft>
              <a:buSzPct val="91999"/>
              <a:buChar char="◼"/>
            </a:pPr>
            <a:r>
              <a:rPr lang="en"/>
              <a:t>Dijagrami: Astah UML, Mermaid, ERDPlus</a:t>
            </a:r>
            <a:endParaRPr/>
          </a:p>
          <a:p>
            <a:pPr indent="-334137" lvl="1" marL="486900" rtl="0" algn="l">
              <a:spcBef>
                <a:spcPts val="700"/>
              </a:spcBef>
              <a:spcAft>
                <a:spcPts val="0"/>
              </a:spcAft>
              <a:buSzPct val="91999"/>
              <a:buChar char="◼"/>
            </a:pPr>
            <a:r>
              <a:rPr lang="en"/>
              <a:t>Tech stack: FastApi, Vue.js, PostgreSQL (neon.com), Hetzner VPS + Dokploy</a:t>
            </a:r>
            <a:endParaRPr/>
          </a:p>
          <a:p>
            <a:pPr indent="-334137" lvl="1" marL="486900" rtl="0" algn="l">
              <a:spcBef>
                <a:spcPts val="700"/>
              </a:spcBef>
              <a:spcAft>
                <a:spcPts val="0"/>
              </a:spcAft>
              <a:buSzPct val="91999"/>
              <a:buChar char="◼"/>
            </a:pPr>
            <a:r>
              <a:rPr lang="en"/>
              <a:t>Vanjske usluge: Google Gemini, SuperTokens, FCM, Cloudflare R2, Resend</a:t>
            </a:r>
            <a:endParaRPr/>
          </a:p>
          <a:p>
            <a:pPr indent="-334137" lvl="1" marL="486899" rtl="0" algn="l">
              <a:spcBef>
                <a:spcPts val="700"/>
              </a:spcBef>
              <a:spcAft>
                <a:spcPts val="0"/>
              </a:spcAft>
              <a:buSzPct val="91999"/>
              <a:buChar char="◼"/>
            </a:pPr>
            <a:r>
              <a:rPr lang="en"/>
              <a:t>Komunikacija: WhatsApp, Discord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53" name="Google Shape;253;p40"/>
          <p:cNvSpPr txBox="1"/>
          <p:nvPr>
            <p:ph idx="12" type="sldNum"/>
          </p:nvPr>
        </p:nvSpPr>
        <p:spPr>
          <a:xfrm>
            <a:off x="8549260" y="4875779"/>
            <a:ext cx="475056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1"/>
          <p:cNvSpPr txBox="1"/>
          <p:nvPr>
            <p:ph type="title"/>
          </p:nvPr>
        </p:nvSpPr>
        <p:spPr>
          <a:xfrm>
            <a:off x="791999" y="27000"/>
            <a:ext cx="7920000" cy="621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en"/>
              <a:t>ORGANIZACIJA RADA</a:t>
            </a:r>
            <a:endParaRPr/>
          </a:p>
        </p:txBody>
      </p:sp>
      <p:sp>
        <p:nvSpPr>
          <p:cNvPr id="259" name="Google Shape;259;p41"/>
          <p:cNvSpPr txBox="1"/>
          <p:nvPr>
            <p:ph idx="1" type="body"/>
          </p:nvPr>
        </p:nvSpPr>
        <p:spPr>
          <a:xfrm>
            <a:off x="-106800" y="1554050"/>
            <a:ext cx="9000000" cy="19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4950" lvl="0" marL="266700" rtl="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708"/>
              <a:buChar char="◼"/>
            </a:pPr>
            <a:r>
              <a:rPr lang="en" sz="1900"/>
              <a:t>Tablica raščlambe zadataka članova s procijenjenim naporom u satima </a:t>
            </a:r>
            <a:endParaRPr sz="1900"/>
          </a:p>
          <a:p>
            <a:pPr indent="0" lvl="0" marL="486900" rtl="0" algn="ctr">
              <a:spcBef>
                <a:spcPts val="700"/>
              </a:spcBef>
              <a:spcAft>
                <a:spcPts val="0"/>
              </a:spcAft>
              <a:buNone/>
            </a:pPr>
            <a:r>
              <a:rPr i="1" lang="en" sz="1400" u="sng">
                <a:solidFill>
                  <a:schemeClr val="hlink"/>
                </a:solidFill>
                <a:hlinkClick r:id="rId3"/>
              </a:rPr>
              <a:t>https://docs.google.com/spreadsheets/d/1Vfwp8n83O1gCEHi79AireHW30XPVMgX9Vx-R8o2vr5w/edit?usp=sharing</a:t>
            </a:r>
            <a:r>
              <a:rPr i="1" lang="en" sz="1400"/>
              <a:t> </a:t>
            </a:r>
            <a:endParaRPr sz="1400"/>
          </a:p>
          <a:p>
            <a:pPr indent="0" lvl="0" marL="2667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1" marL="457200" rtl="0" algn="l">
              <a:spcBef>
                <a:spcPts val="700"/>
              </a:spcBef>
              <a:spcAft>
                <a:spcPts val="0"/>
              </a:spcAft>
              <a:buSzPts val="1840"/>
              <a:buNone/>
            </a:pPr>
            <a:r>
              <a:t/>
            </a:r>
            <a:endParaRPr/>
          </a:p>
        </p:txBody>
      </p:sp>
      <p:sp>
        <p:nvSpPr>
          <p:cNvPr id="260" name="Google Shape;260;p41"/>
          <p:cNvSpPr txBox="1"/>
          <p:nvPr>
            <p:ph idx="12" type="sldNum"/>
          </p:nvPr>
        </p:nvSpPr>
        <p:spPr>
          <a:xfrm>
            <a:off x="8549260" y="4875779"/>
            <a:ext cx="475056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/>
          <p:nvPr>
            <p:ph type="title"/>
          </p:nvPr>
        </p:nvSpPr>
        <p:spPr>
          <a:xfrm>
            <a:off x="791999" y="27000"/>
            <a:ext cx="7920000" cy="62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4292" lvl="0" marL="266700" rtl="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◼"/>
            </a:pPr>
            <a:r>
              <a:rPr lang="en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VREMENSKI OKVIR RAZVOJA </a:t>
            </a:r>
            <a:endParaRPr/>
          </a:p>
        </p:txBody>
      </p:sp>
      <p:pic>
        <p:nvPicPr>
          <p:cNvPr id="266" name="Google Shape;266;p42" title="Vremenski okvir razvoj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975" y="800725"/>
            <a:ext cx="7885161" cy="419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/>
          <p:nvPr>
            <p:ph type="title"/>
          </p:nvPr>
        </p:nvSpPr>
        <p:spPr>
          <a:xfrm>
            <a:off x="791999" y="27000"/>
            <a:ext cx="7920000" cy="621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en"/>
              <a:t>DEMONSTRACIJA APLIKACIJE</a:t>
            </a:r>
            <a:endParaRPr/>
          </a:p>
        </p:txBody>
      </p:sp>
      <p:sp>
        <p:nvSpPr>
          <p:cNvPr id="272" name="Google Shape;272;p43"/>
          <p:cNvSpPr txBox="1"/>
          <p:nvPr>
            <p:ph idx="1" type="body"/>
          </p:nvPr>
        </p:nvSpPr>
        <p:spPr>
          <a:xfrm>
            <a:off x="2374775" y="3674725"/>
            <a:ext cx="41544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86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612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https://dailyspeak.app</a:t>
            </a:r>
            <a:endParaRPr sz="2612"/>
          </a:p>
          <a:p>
            <a:pPr indent="0" lvl="0" marL="2667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3300"/>
          </a:p>
        </p:txBody>
      </p:sp>
      <p:sp>
        <p:nvSpPr>
          <p:cNvPr id="273" name="Google Shape;273;p43"/>
          <p:cNvSpPr txBox="1"/>
          <p:nvPr>
            <p:ph idx="12" type="sldNum"/>
          </p:nvPr>
        </p:nvSpPr>
        <p:spPr>
          <a:xfrm>
            <a:off x="8549260" y="4875779"/>
            <a:ext cx="475056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4" name="Google Shape;274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5638" y="1060497"/>
            <a:ext cx="2472724" cy="2472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4"/>
          <p:cNvSpPr txBox="1"/>
          <p:nvPr>
            <p:ph type="title"/>
          </p:nvPr>
        </p:nvSpPr>
        <p:spPr>
          <a:xfrm>
            <a:off x="791999" y="27000"/>
            <a:ext cx="7920000" cy="621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en"/>
              <a:t>ZAKLJUČAK</a:t>
            </a:r>
            <a:endParaRPr/>
          </a:p>
        </p:txBody>
      </p:sp>
      <p:sp>
        <p:nvSpPr>
          <p:cNvPr id="280" name="Google Shape;280;p44"/>
          <p:cNvSpPr txBox="1"/>
          <p:nvPr>
            <p:ph idx="1" type="body"/>
          </p:nvPr>
        </p:nvSpPr>
        <p:spPr>
          <a:xfrm>
            <a:off x="71999" y="729000"/>
            <a:ext cx="9000000" cy="4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6700" lvl="0" marL="266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8"/>
              <a:buChar char="◼"/>
            </a:pPr>
            <a:r>
              <a:rPr lang="en"/>
              <a:t>Naučene lekcije</a:t>
            </a:r>
            <a:endParaRPr/>
          </a:p>
          <a:p>
            <a:pPr indent="-342900" lvl="1" marL="486900" rtl="0" algn="l">
              <a:spcBef>
                <a:spcPts val="700"/>
              </a:spcBef>
              <a:spcAft>
                <a:spcPts val="0"/>
              </a:spcAft>
              <a:buSzPts val="1840"/>
              <a:buChar char="◼"/>
            </a:pPr>
            <a:r>
              <a:rPr lang="en"/>
              <a:t>Dobra organizacija (tjedni sastanci, česta komunikacija, konkretna podjela zadataka, kolegijalnost…)</a:t>
            </a:r>
            <a:endParaRPr/>
          </a:p>
          <a:p>
            <a:pPr indent="-342900" lvl="1" marL="486899" rtl="0" algn="l">
              <a:spcBef>
                <a:spcPts val="700"/>
              </a:spcBef>
              <a:spcAft>
                <a:spcPts val="0"/>
              </a:spcAft>
              <a:buSzPts val="1840"/>
              <a:buChar char="◼"/>
            </a:pPr>
            <a:r>
              <a:rPr lang="en"/>
              <a:t>Rješavanja konflikata</a:t>
            </a:r>
            <a:endParaRPr/>
          </a:p>
          <a:p>
            <a:pPr indent="-226059" lvl="1" marL="486899" rtl="0" algn="l">
              <a:spcBef>
                <a:spcPts val="700"/>
              </a:spcBef>
              <a:spcAft>
                <a:spcPts val="0"/>
              </a:spcAft>
              <a:buSzPts val="1840"/>
              <a:buNone/>
            </a:pPr>
            <a:r>
              <a:t/>
            </a:r>
            <a:endParaRPr/>
          </a:p>
          <a:p>
            <a:pPr indent="-126492" lvl="0" marL="2667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2208"/>
              <a:buNone/>
            </a:pPr>
            <a:r>
              <a:t/>
            </a:r>
            <a:endParaRPr/>
          </a:p>
        </p:txBody>
      </p:sp>
      <p:sp>
        <p:nvSpPr>
          <p:cNvPr id="281" name="Google Shape;281;p44"/>
          <p:cNvSpPr txBox="1"/>
          <p:nvPr>
            <p:ph idx="12" type="sldNum"/>
          </p:nvPr>
        </p:nvSpPr>
        <p:spPr>
          <a:xfrm>
            <a:off x="8549260" y="4875779"/>
            <a:ext cx="475056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